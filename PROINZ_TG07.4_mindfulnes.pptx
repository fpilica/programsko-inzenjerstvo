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16"/>
  </p:notesMasterIdLst>
  <p:sldIdLst>
    <p:sldId id="265" r:id="rId3"/>
    <p:sldId id="266" r:id="rId4"/>
    <p:sldId id="267" r:id="rId5"/>
    <p:sldId id="268" r:id="rId6"/>
    <p:sldId id="259" r:id="rId7"/>
    <p:sldId id="276" r:id="rId8"/>
    <p:sldId id="261" r:id="rId9"/>
    <p:sldId id="262" r:id="rId10"/>
    <p:sldId id="269" r:id="rId11"/>
    <p:sldId id="275" r:id="rId12"/>
    <p:sldId id="260" r:id="rId13"/>
    <p:sldId id="274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1546" y="72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034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r-HR" i="1" noProof="0" dirty="0"/>
              <a:t>U usmenom izlaganju ukratko raspravite samo o primjerima glavnih izazova i povežite ih sa sljedećim slajdom dijagrama slučajeva upotrebe UML-a!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64268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r-HR" i="1" noProof="0" dirty="0"/>
              <a:t>U usmenom izlaganju samo diskutirajte o glavnim problemima rasporeda i svom iskustvu za njihovo rješavanje (npr. preuzimanje zadataka drugih članova ...)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7657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noProof="0" dirty="0"/>
              <a:t>Dijagram visoke razine koji prikazuje glavne korisnike i njihove interakcije s aplikacijom.</a:t>
            </a:r>
          </a:p>
          <a:p>
            <a:r>
              <a:rPr lang="hr-HR" i="1" noProof="0" dirty="0"/>
              <a:t>Prema potrebi: Sekvencijski dijagram za ključne procese</a:t>
            </a:r>
            <a:r>
              <a:rPr lang="hr-HR" noProof="0" dirty="0"/>
              <a:t>. 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32009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hr-HR" sz="4000" noProof="0" dirty="0"/>
              <a:t>Mindfulnes – platforma za mentalno zdravlje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</a:t>
            </a:r>
            <a:r>
              <a:rPr lang="hr-HR" sz="1400" dirty="0"/>
              <a:t>07</a:t>
            </a:r>
            <a:r>
              <a:rPr lang="hr-HR" sz="1400" noProof="0" dirty="0"/>
              <a:t>.</a:t>
            </a:r>
            <a:r>
              <a:rPr lang="hr-HR" sz="1400" dirty="0"/>
              <a:t>4</a:t>
            </a:r>
            <a:r>
              <a:rPr lang="hr-HR" sz="1400" noProof="0" dirty="0"/>
              <a:t> </a:t>
            </a:r>
            <a:r>
              <a:rPr lang="hr-HR" sz="1400" dirty="0"/>
              <a:t>i na kvadrat</a:t>
            </a:r>
            <a:endParaRPr lang="hr-HR" sz="1400" noProof="0" dirty="0"/>
          </a:p>
          <a:p>
            <a:r>
              <a:rPr lang="hr-HR" noProof="0" dirty="0"/>
              <a:t>Ak. god. 2025./2026.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CB0F54-7862-2508-EDB2-877BCE433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Članovi tima</a:t>
            </a:r>
          </a:p>
          <a:p>
            <a:r>
              <a:rPr lang="hr-HR" noProof="0" dirty="0"/>
              <a:t>O projektu</a:t>
            </a:r>
          </a:p>
          <a:p>
            <a:r>
              <a:rPr lang="hr-HR" dirty="0"/>
              <a:t>Pregled zahtjeva</a:t>
            </a:r>
            <a:r>
              <a:rPr lang="hr-HR" noProof="0" dirty="0"/>
              <a:t>	</a:t>
            </a:r>
          </a:p>
          <a:p>
            <a:pPr lvl="1"/>
            <a:r>
              <a:rPr lang="hr-HR" dirty="0"/>
              <a:t>Glavni funkcijski</a:t>
            </a:r>
            <a:endParaRPr lang="hr-HR" noProof="0" dirty="0"/>
          </a:p>
          <a:p>
            <a:pPr lvl="1"/>
            <a:r>
              <a:rPr lang="hr-HR" dirty="0"/>
              <a:t>Nefunkcijski i zahtjevi domene</a:t>
            </a:r>
            <a:endParaRPr lang="hr-HR" noProof="0" dirty="0"/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Arhitektura sustava</a:t>
            </a:r>
          </a:p>
          <a:p>
            <a:r>
              <a:rPr lang="hr-HR" noProof="0" dirty="0"/>
              <a:t>Ispitivanje</a:t>
            </a:r>
          </a:p>
          <a:p>
            <a:r>
              <a:rPr lang="hr-HR" dirty="0"/>
              <a:t>Korišteni alati i tehnologije</a:t>
            </a:r>
          </a:p>
          <a:p>
            <a:r>
              <a:rPr lang="hr-HR" noProof="0" dirty="0"/>
              <a:t>Demonstracija</a:t>
            </a:r>
          </a:p>
          <a:p>
            <a:r>
              <a:rPr lang="hr-HR" dirty="0"/>
              <a:t>Zaključak</a:t>
            </a: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2565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Imena članova i odgovornosti</a:t>
            </a:r>
          </a:p>
          <a:p>
            <a:r>
              <a:rPr lang="hr-HR" dirty="0"/>
              <a:t>Fran Pilica – voditelj tima, backend, deployment</a:t>
            </a:r>
          </a:p>
          <a:p>
            <a:r>
              <a:rPr lang="hr-HR" noProof="0" dirty="0"/>
              <a:t>Karlo Ivančić – backend, dokumentacija</a:t>
            </a:r>
          </a:p>
          <a:p>
            <a:r>
              <a:rPr lang="hr-HR" dirty="0"/>
              <a:t>Ana Smoljo – backend, dokumentacija</a:t>
            </a:r>
          </a:p>
          <a:p>
            <a:r>
              <a:rPr lang="hr-HR" noProof="0" dirty="0"/>
              <a:t>Lovre Baus – frontend, organizacija stranice</a:t>
            </a:r>
          </a:p>
          <a:p>
            <a:r>
              <a:rPr lang="hr-HR" dirty="0"/>
              <a:t>Elizej Kojić – frontend, testiranje</a:t>
            </a:r>
          </a:p>
          <a:p>
            <a:r>
              <a:rPr lang="hr-HR" noProof="0" dirty="0"/>
              <a:t>Ivan Lukić – frontend</a:t>
            </a:r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/>
          </a:bodyPr>
          <a:lstStyle/>
          <a:p>
            <a:pPr lvl="0"/>
            <a:r>
              <a:rPr lang="sr-Latn-RS" altLang="sr-Latn-RS" dirty="0"/>
              <a:t>Ukratko: </a:t>
            </a:r>
            <a:r>
              <a:rPr lang="hr-HR" altLang="sr-Latn-RS" b="1" dirty="0"/>
              <a:t>Platforma za praćenje i poboljšavanje mentalnog zdravlja</a:t>
            </a:r>
          </a:p>
          <a:p>
            <a:pPr lvl="0"/>
            <a:r>
              <a:rPr lang="hr-HR" altLang="sr-Latn-RS" dirty="0"/>
              <a:t>Cilj: Jednostavna stranica koja potiče korisnike na brigu o mentalnom zdravlju, razvija navike svjesnog življenja te ugodan način za unapređenje blagostanja kroz preporučeni sadržaj.</a:t>
            </a:r>
          </a:p>
          <a:p>
            <a:pPr lvl="0"/>
            <a:r>
              <a:rPr lang="hr-HR" altLang="sr-Latn-RS" dirty="0"/>
              <a:t>Slična riješenja: Calm – aplikacija za meditaciju, san i opuštanje; Headspace – aplikacija za vođene meditacije i mindfulness vježbe; Life Planner – aplikacija za praćenje navika kao što su unos vode, kofeina i slično.</a:t>
            </a:r>
          </a:p>
          <a:p>
            <a:pPr lvl="0"/>
            <a:r>
              <a:rPr lang="hr-HR" altLang="sr-Latn-RS" dirty="0"/>
              <a:t>Prednost: naša aplikacija kombinira prednosti i glavne značajke prije navedenih riješenja kao što su prikaz relevantnog sadržaja, dnevne vježbe za poboljšanje mentalnog i duševnog zdravlja te praćenje napretka i raspoloženja.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/>
              <a:t>Glavni funkcionalni zahtjevi</a:t>
            </a:r>
          </a:p>
          <a:p>
            <a:r>
              <a:rPr lang="hr-HR" noProof="0" dirty="0"/>
              <a:t>Registracija i autentifikacija korisnika</a:t>
            </a:r>
          </a:p>
          <a:p>
            <a:r>
              <a:rPr lang="hr-HR" dirty="0"/>
              <a:t>Pregled i komnzumacija multimedijskog sadržaja</a:t>
            </a:r>
          </a:p>
          <a:p>
            <a:r>
              <a:rPr lang="hr-HR" noProof="0" dirty="0"/>
              <a:t>Onboarding upitnik za nove korisnike</a:t>
            </a:r>
          </a:p>
          <a:p>
            <a:r>
              <a:rPr lang="hr-HR" dirty="0"/>
              <a:t>Dnevnik raspoloženja</a:t>
            </a:r>
            <a:endParaRPr lang="hr-HR" noProof="0" dirty="0"/>
          </a:p>
          <a:p>
            <a:r>
              <a:rPr lang="hr-HR" dirty="0"/>
              <a:t>Planiranje i zakazivanje praksi</a:t>
            </a:r>
          </a:p>
          <a:p>
            <a:r>
              <a:rPr lang="hr-HR" noProof="0" dirty="0"/>
              <a:t>Sučelje za administratore</a:t>
            </a:r>
            <a:endParaRPr lang="hr-HR" dirty="0"/>
          </a:p>
          <a:p>
            <a:r>
              <a:rPr lang="hr-HR" noProof="0" dirty="0"/>
              <a:t>Sučelje za trenere</a:t>
            </a:r>
          </a:p>
          <a:p>
            <a:r>
              <a:rPr lang="hr-HR" dirty="0"/>
              <a:t>Pregled i uređivanje korisničkog profila</a:t>
            </a: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FBAF9-2E60-45A0-967F-0A65D7CD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DF215-E32C-041F-B164-84FBB4772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3F52B-B861-674B-54A7-63E8C324F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Nefunkcionalni i zahtjevi domene primjene</a:t>
            </a:r>
          </a:p>
          <a:p>
            <a:r>
              <a:rPr lang="hr-HR" dirty="0"/>
              <a:t>Jednostavno održavanje sustava</a:t>
            </a:r>
          </a:p>
          <a:p>
            <a:r>
              <a:rPr lang="hr-HR" noProof="0" dirty="0"/>
              <a:t>Optimalne performanse sustava</a:t>
            </a:r>
          </a:p>
          <a:p>
            <a:r>
              <a:rPr lang="hr-HR" dirty="0"/>
              <a:t>Zaštita korisničkih podataka</a:t>
            </a:r>
          </a:p>
          <a:p>
            <a:r>
              <a:rPr lang="hr-HR" noProof="0" dirty="0"/>
              <a:t>Intuitivno i jednostavno korištenje</a:t>
            </a:r>
          </a:p>
          <a:p>
            <a:r>
              <a:rPr lang="hr-HR" dirty="0"/>
              <a:t>Responzivan dizajn</a:t>
            </a:r>
          </a:p>
          <a:p>
            <a:r>
              <a:rPr lang="hr-HR" noProof="0" dirty="0"/>
              <a:t>Kompatibilnost</a:t>
            </a:r>
            <a:endParaRPr lang="hr-HR" dirty="0"/>
          </a:p>
          <a:p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C4F3D-C3DC-57C4-6529-AE7E77026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679606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Model-View-Controller arhitektura, zasebni slojevi za paralelan rad</a:t>
            </a:r>
          </a:p>
          <a:p>
            <a:r>
              <a:rPr lang="hr-HR" dirty="0"/>
              <a:t>HTTP protokol, PostgreSQL baza podataka, DTO</a:t>
            </a:r>
            <a:endParaRPr lang="hr-HR" noProof="0" dirty="0"/>
          </a:p>
          <a:p>
            <a:endParaRPr lang="hr-HR" i="1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B9573B-E3FF-A4A4-F67A-FC19B2553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83" y="186228"/>
            <a:ext cx="7155883" cy="64855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ABE404-715C-D295-AEAB-186D5050B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83" y="532319"/>
            <a:ext cx="8080031" cy="611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Neprogramski (organizacijski) zadaci</a:t>
            </a:r>
          </a:p>
          <a:p>
            <a:pPr lvl="1"/>
            <a:r>
              <a:rPr lang="hr-HR" noProof="0" dirty="0"/>
              <a:t>Organizacija komunikacije: WhatsApp, Discord</a:t>
            </a:r>
          </a:p>
          <a:p>
            <a:pPr lvl="1"/>
            <a:r>
              <a:rPr lang="hr-HR" noProof="0" dirty="0"/>
              <a:t>GitHub iskustvo</a:t>
            </a:r>
          </a:p>
          <a:p>
            <a:pPr lvl="1"/>
            <a:r>
              <a:rPr lang="hr-HR" dirty="0"/>
              <a:t>Spiralni model</a:t>
            </a:r>
            <a:endParaRPr lang="hr-HR" noProof="0" dirty="0"/>
          </a:p>
          <a:p>
            <a:r>
              <a:rPr lang="hr-HR" noProof="0" dirty="0"/>
              <a:t>Tablica raščlambe zadataka članova s procijenjenim naporom u satima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AA7006-CF14-4EFA-A334-6B8A1F0AD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450" y="0"/>
            <a:ext cx="6459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 dirty="0"/>
          </a:p>
        </p:txBody>
      </p:sp>
      <p:sp>
        <p:nvSpPr>
          <p:cNvPr id="8" name="AutoShape 8" descr="Registracija i prijava">
            <a:extLst>
              <a:ext uri="{FF2B5EF4-FFF2-40B4-BE49-F238E27FC236}">
                <a16:creationId xmlns:a16="http://schemas.microsoft.com/office/drawing/2014/main" id="{3F5510CA-1826-206A-0AE6-73A968BF52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1020097"/>
            <a:ext cx="2561303" cy="256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A17B79-1223-374C-5626-7561493B8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84" y="587787"/>
            <a:ext cx="5728432" cy="62702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A2609C-A86C-4784-CB3E-D950EDAEB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736" y="726024"/>
            <a:ext cx="7511052" cy="59937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4F96D3-9F80-B9A1-278A-AFE5D1A7FB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572" y="864262"/>
            <a:ext cx="8156429" cy="55631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231FC4-F133-9049-AECB-5B7EEEA514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5403" y="584040"/>
            <a:ext cx="7160149" cy="59947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7AD1FB4-BB0D-C69D-7887-00C76496EF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43" y="656748"/>
            <a:ext cx="7004315" cy="602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Fokus </a:t>
            </a:r>
            <a:r>
              <a:rPr lang="hr-HR" dirty="0"/>
              <a:t>na korisničko iskustvo i sigurnost</a:t>
            </a:r>
          </a:p>
          <a:p>
            <a:r>
              <a:rPr lang="hr-HR" dirty="0"/>
              <a:t>Korišteni Nunit 4.2, Swagger UI</a:t>
            </a:r>
          </a:p>
          <a:p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Popis programskih jezika i radnih okvira</a:t>
            </a:r>
          </a:p>
          <a:p>
            <a:pPr lvl="1"/>
            <a:r>
              <a:rPr lang="hr-HR" noProof="0" dirty="0"/>
              <a:t>Programska podrška: C# 13, </a:t>
            </a:r>
            <a:r>
              <a:rPr lang="hr-HR" dirty="0"/>
              <a:t>TypeScript, </a:t>
            </a:r>
            <a:r>
              <a:rPr lang="hr-HR" noProof="0" dirty="0"/>
              <a:t>React 19.2.0, </a:t>
            </a:r>
            <a:r>
              <a:rPr lang="hr-HR" dirty="0"/>
              <a:t>ASP.NET Core 9.0</a:t>
            </a:r>
          </a:p>
          <a:p>
            <a:pPr lvl="1"/>
            <a:r>
              <a:rPr lang="hr-HR" dirty="0"/>
              <a:t>Baza podataka: PostgreSQL 18</a:t>
            </a:r>
          </a:p>
          <a:p>
            <a:pPr lvl="1"/>
            <a:r>
              <a:rPr lang="hr-HR" dirty="0"/>
              <a:t>Razvojni alati: JetBrains Rider 2025.2.3, </a:t>
            </a:r>
            <a:r>
              <a:rPr lang="hr-HR" noProof="0" dirty="0"/>
              <a:t>VSCode, </a:t>
            </a:r>
            <a:r>
              <a:rPr lang="hr-HR" dirty="0"/>
              <a:t>Astah UML, </a:t>
            </a:r>
            <a:r>
              <a:rPr lang="hr-HR" noProof="0" dirty="0"/>
              <a:t>Figma</a:t>
            </a:r>
          </a:p>
          <a:p>
            <a:pPr lvl="1"/>
            <a:r>
              <a:rPr lang="hr-HR" dirty="0"/>
              <a:t>Ispitivanje: Nunit 4.2, Swagger UI</a:t>
            </a:r>
          </a:p>
          <a:p>
            <a:pPr lvl="1"/>
            <a:r>
              <a:rPr lang="hr-HR" noProof="0" dirty="0"/>
              <a:t>Komunikacija i upravljanje: Jira, Discord</a:t>
            </a:r>
          </a:p>
          <a:p>
            <a:r>
              <a:rPr lang="hr-HR" noProof="0" dirty="0"/>
              <a:t>Smještaj aplikacije</a:t>
            </a:r>
          </a:p>
          <a:p>
            <a:pPr lvl="1"/>
            <a:r>
              <a:rPr lang="hr-HR" dirty="0"/>
              <a:t>Docker 28.5.1</a:t>
            </a:r>
          </a:p>
          <a:p>
            <a:pPr lvl="1"/>
            <a:r>
              <a:rPr lang="hr-HR" dirty="0"/>
              <a:t>Render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CBA8-11D5-D65F-3F83-F59F385A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Demonstracija aplikacije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ADC07-223F-0954-0AAD-901A9AD83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Pokazati ključne funkcionalnosti uživo.</a:t>
            </a:r>
          </a:p>
          <a:p>
            <a:r>
              <a:rPr lang="hr-HR" dirty="0"/>
              <a:t>Fokus na izazove i rješenja (1-2 primjera).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6D2D5-F8F8-3548-34C0-61BDD7AA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208602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Naučene lekcije</a:t>
            </a:r>
          </a:p>
          <a:p>
            <a:pPr lvl="1"/>
            <a:r>
              <a:rPr lang="hr-HR" noProof="0" dirty="0"/>
              <a:t>Rano raspodijeliti zadatke</a:t>
            </a:r>
          </a:p>
          <a:p>
            <a:pPr lvl="1"/>
            <a:r>
              <a:rPr lang="hr-HR" dirty="0"/>
              <a:t>Koristiti model pogodan za paralelan rad</a:t>
            </a:r>
          </a:p>
          <a:p>
            <a:pPr lvl="1"/>
            <a:r>
              <a:rPr lang="hr-HR" dirty="0"/>
              <a:t>Česta komunikacija među članovima</a:t>
            </a:r>
          </a:p>
          <a:p>
            <a:pPr lvl="1"/>
            <a:r>
              <a:rPr lang="hr-HR" noProof="0" dirty="0"/>
              <a:t>Proučavati tehnologije</a:t>
            </a:r>
          </a:p>
          <a:p>
            <a:pPr lvl="1"/>
            <a:r>
              <a:rPr lang="hr-HR" dirty="0">
                <a:sym typeface="Wingdings" panose="05000000000000000000" pitchFamily="2" charset="2"/>
              </a:rPr>
              <a:t>Pripaziti na količinu posla</a:t>
            </a:r>
            <a:endParaRPr lang="hr-HR" noProof="0" dirty="0">
              <a:sym typeface="Wingdings" panose="05000000000000000000" pitchFamily="2" charset="2"/>
            </a:endParaRP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1484</TotalTime>
  <Words>525</Words>
  <Application>Microsoft Office PowerPoint</Application>
  <PresentationFormat>On-screen Show (4:3)</PresentationFormat>
  <Paragraphs>104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ＭＳ Ｐゴシック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Mindfulnes – platforma za mentalno zdravlje</vt:lpstr>
      <vt:lpstr>Sadržaj</vt:lpstr>
      <vt:lpstr>Članovi grupe</vt:lpstr>
      <vt:lpstr>O projektu</vt:lpstr>
      <vt:lpstr>Pregled zahtjeva</vt:lpstr>
      <vt:lpstr>Pregled zahtjeva</vt:lpstr>
      <vt:lpstr>Arhitektura sustava</vt:lpstr>
      <vt:lpstr>Organizacija rada</vt:lpstr>
      <vt:lpstr>UML dijagram obrazaca uporabe</vt:lpstr>
      <vt:lpstr>Ispitivanje</vt:lpstr>
      <vt:lpstr>Korišteni alati i tehnologije</vt:lpstr>
      <vt:lpstr>Demonstracija aplikacije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Ivan Lukić</cp:lastModifiedBy>
  <cp:revision>35</cp:revision>
  <dcterms:created xsi:type="dcterms:W3CDTF">2016-01-18T13:10:52Z</dcterms:created>
  <dcterms:modified xsi:type="dcterms:W3CDTF">2026-01-23T22:56:55Z</dcterms:modified>
</cp:coreProperties>
</file>